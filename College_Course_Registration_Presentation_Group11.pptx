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02061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814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MINI PROJECT 11 • GROUP 11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College Course Registration</a:t>
            </a:r>
            <a:br/>
            <a:r>
              <a:t>Management System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A Modern SaaS-Inspired Desktop Application Built with Java Swing &amp; Advanced Collections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931920"/>
            <a:ext cx="9814255" cy="1737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ACADEMIC DETAILS &amp; TEAM PROFILE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Subject: Java Programming     |     Cohort: Jeff Bezos     |     Batch: 2025-29</a:t>
            </a:r>
          </a:p>
          <a:p>
            <a:pPr>
              <a:spcBef>
                <a:spcPts val="600"/>
              </a:spcBef>
              <a:defRPr sz="1300">
                <a:solidFill>
                  <a:srgbClr val="93C5FD"/>
                </a:solidFill>
              </a:defRPr>
            </a:pPr>
            <a:r>
              <a:t>Team Members: Jaikishan  •  Omkar  •  Sarthak  •  Danish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FOUNDATION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📌 Problem Statement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Modern academic institutions require an automated, conflict-free, and transparent course enrollment system to eliminate manual paperwork and over-enrollment.</a:t>
            </a:r>
            <a:br/>
            <a:br/>
            <a:r>
              <a:t>Key Challenges Addressed:</a:t>
            </a:r>
            <a:br/>
            <a:r>
              <a:t>• Accidental course over-enrollment beyond classroom capacity.</a:t>
            </a:r>
            <a:br/>
            <a:r>
              <a:t>• Duplicate course registrations by the same student.</a:t>
            </a:r>
            <a:br/>
            <a:r>
              <a:t>• Disconnected administration of faculty and course allocations.</a:t>
            </a:r>
            <a:br/>
            <a:r>
              <a:t>• Lack of immediate student schedule feedback and credit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🎯 Core Syllabus Objectives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1. Manage Student, Faculty, &amp; Course information.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2. Implement dynamic registration &amp; cancellation workflows.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3. Real-time course capacity monitoring &amp; seat enforcement.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4. Utilize Fixed Arrays (Course[]) for base course storage.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5. Utilize LinkedList for chronological registration audit logs.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6. Utilize HashMap for fast O(1) student/course lookups.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7. Utilize TreeMap for self-sorted course catalog display.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t>8. Build a dual-portal desktop GUI using Java Swing &amp; FlatLaf.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DATA STRUCTURES MATRIX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Java Collections &amp; Algorithmic Complexities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Course[] (Array)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FIXED INITIAL STORAGE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⚡ Complexity: O(1) Access</a:t>
            </a:r>
          </a:p>
          <a:p>
            <a:br/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Why Used:</a:t>
            </a:r>
            <a:br/>
            <a:r>
              <a:t>Stores the predefined baseline college courses; resized dynamically with System.arraycopy when expanded.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LinkedList&lt;Registration&gt;</a:t>
            </a:r>
          </a:p>
          <a:p>
            <a:pPr>
              <a:spcBef>
                <a:spcPts val="400"/>
              </a:spcBef>
              <a:defRPr sz="1000" b="1">
                <a:solidFill>
                  <a:srgbClr val="16A34A"/>
                </a:solidFill>
              </a:defRPr>
            </a:pPr>
            <a:r>
              <a:t>CHRONOLOGICAL AUDIT LOG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⚡ Complexity: O(1) Append</a:t>
            </a:r>
          </a:p>
          <a:p>
            <a:br/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Why Used:</a:t>
            </a:r>
            <a:br/>
            <a:r>
              <a:t>Maintains transaction logs in order of occurrence; ideal for tracking active and cancelled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HashMap&lt;String, T&gt;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O(1) FAST LOOKUPS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⚡ Complexity: O(1) Search</a:t>
            </a:r>
          </a:p>
          <a:p>
            <a:br/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Why Used:</a:t>
            </a:r>
            <a:br/>
            <a:r>
              <a:t>Provides instant constant-time lookup for Students, Courses, and Faculty by unique ID strings.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TreeMap&lt;String, Course&gt;</a:t>
            </a:r>
          </a:p>
          <a:p>
            <a:pPr>
              <a:spcBef>
                <a:spcPts val="400"/>
              </a:spcBef>
              <a:defRPr sz="1000" b="1">
                <a:solidFill>
                  <a:srgbClr val="16A34A"/>
                </a:solidFill>
              </a:defRPr>
            </a:pPr>
            <a:r>
              <a:t>SELF-SORTING CATALOG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⚡ Complexity: O(log N) Search</a:t>
            </a:r>
          </a:p>
          <a:p>
            <a:br/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Why Used:</a:t>
            </a:r>
            <a:br/>
            <a:r>
              <a:t>Backed by a Red-Black Binary Search Tree; automatically keeps courses in alphabetical order by 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DESIGN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Layered MVC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Presentation Layer (GUI)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Tech: Java Swing &amp; FlatLaf  |  Dual dashboards (Student/Admin), 9 specialized sub-panels, custom TableCellRenderers &amp; Editors, live tab auto-refresh.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Business Service Layer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Tech: Service Interfaces &amp; Logic  |  CourseService, StudentService, FacultyService, RegistrationService enforcing capacity limits &amp; credit caps.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Data Persistence Layer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Tech: In-Memory DataStore  |  Centralized repository pattern managing Arrays, LinkedLists, HashMaps, and TreeMaps without external DB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Domain Entity Layer (POJO)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t>Tech: Core Business Models  |  Student, Course, Faculty, and Registration models with strictly encapsulated fields and mutators.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USER INTERFACE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Dual-Portal Authentication (LoginFrame)</a:t>
            </a:r>
          </a:p>
        </p:txBody>
      </p:sp>
      <p:pic>
        <p:nvPicPr>
          <p:cNvPr id="4" name="Picture 3" descr="01_login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✨ Login Highlights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Modern SaaS Split-Screen: Dark Navy branding left panel with graduation icon.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Dual Role Routing: Automatically redirects to Admin Portal ('admin') or Student Dashboard.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Enter-Key Accessibility: JRootPane.setDefaultButton binds Enter key to trigger login instantly.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Demo Credentials: Displayed directly on form for effortless evaluator testing.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Graceful Error Handling: Modal alert dialogs on invalid username or password.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STUDENT EXPERIENCE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Student Dashboard &amp; Live Academic Overview</a:t>
            </a:r>
          </a:p>
        </p:txBody>
      </p:sp>
      <p:pic>
        <p:nvPicPr>
          <p:cNvPr id="4" name="Picture 3" descr="02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📊 Dashboard Features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4 Live Statistic Cards: Total Courses, Available Courses, Registered Courses, and Registered Credits.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Recent Courses Audit: Displays up to 3 most recently enrolled courses with credits and faculty.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Active Tab Highlight: Sidebar tab turns royal blue (#2563EB) for clear navigation state.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Dynamic Profile Pill: Top-right avatar shows initial letter badge, name, department, and semester.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Auto-Refresh Sync: Counters recalculate dynamically whenever tab is opened.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COURSE DISCOVERY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Available Courses &amp; Capacity Enforcement</a:t>
            </a:r>
          </a:p>
        </p:txBody>
      </p:sp>
      <p:pic>
        <p:nvPicPr>
          <p:cNvPr id="4" name="Picture 3" descr="03_student_available_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🔍 Catalog &amp; Status Pills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Real-Time Seat Availability: Computes Available Seats = Capacity - Registered Students.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Status Pill CellRenderer: Green 'AVAILABLE' badge vs Red 'FULL' badge (e.g. CS104 40/40 filled).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Live Search Bar: Filters courses instantaneously across Course ID, Course Name, and Faculty.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Alphabetical Order: Automatically sorted by Course ID using TreeMap backing store.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Read-Only Table: Built with DefaultTableModel.isCellEditable() =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ENROLLMENT RULES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Course Registration &amp; Academic Credit Cap</a:t>
            </a:r>
          </a:p>
        </p:txBody>
      </p:sp>
      <p:pic>
        <p:nvPicPr>
          <p:cNvPr id="4" name="Picture 3" descr="04_student_register_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⚡ Enrollment Engine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Dynamic Course Info Card: Selecting from JComboBox updates faculty, credits, and vacant seats.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Over-Enrollment Guard: 'Confirm Registration' button disables automatically if course is full.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Duplicate Prevention: Blocks repeated registration attempts with explanatory warning.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18-Credit Maximum Cap: Enforces university semester credit limit to prevent student overload.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Immediate Seat Decrement: Enrolling automatically increments registered student 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SCHEDULE MANAGEMENT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My Courses &amp; Interactive Cancellation</a:t>
            </a:r>
          </a:p>
        </p:txBody>
      </p:sp>
      <p:pic>
        <p:nvPicPr>
          <p:cNvPr id="4" name="Picture 3" descr="05_student_my_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🗑️ Instant Seat Release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Schedule Overview: Shows enrolled courses with credits and registration dates.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Live Credits Header: Real-time calculation of total enrolled credits.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Table Row ButtonEditor: Custom TableCellEditor allows clicking red 'Cancel' button in table.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Confirmation Guard: Prompts student before cancelling to prevent accidental deregistration.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Restores Vacancy: Cancelling instantly decrements course enrollment count, releasing the seat.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ADMINISTRATIVE PORTAL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Admin Dashboard &amp; Institutional Metrics</a:t>
            </a:r>
          </a:p>
        </p:txBody>
      </p:sp>
      <p:pic>
        <p:nvPicPr>
          <p:cNvPr id="4" name="Picture 3" descr="06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🏛️ Executive Overview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5 Institutional Metrics: Total Students, Total Courses, Total Faculty, Total Registrations, and Open Seats.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Real-Time Seat Aggregation: Loops through all courses to compute vacant seat capacity.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Quick Action Buttons: One-click navigation to Manage Courses, View Students, Faculty, and Registrations.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Auto-Refresh Synchronized: RefreshData() recalibrates counts whenever any admin tab is opened.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Administrator Profile Badge: Highlights system administrator role in top header.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COURSE ADMINISTRATION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Course CRUD &amp; Safe Deletion Guard</a:t>
            </a:r>
          </a:p>
        </p:txBody>
      </p:sp>
      <p:pic>
        <p:nvPicPr>
          <p:cNvPr id="4" name="Picture 3" descr="07_admin_manage_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🛡️ CRUD &amp; Data Safety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Complete Course CRUD: Admins can create new courses, edit offerings, or remove courses.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Modal Dialog Forms: Add &amp; Edit modals validate non-empty fields and positive numbers.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Capacity Constraint Rule: Cannot reduce course capacity below current enrolled student count.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Safe Deletion Guard: Blocks deletion if registeredStudents &gt; 0, preventing orphaned records.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3-Way Collection Sync: Updates Array, HashMap, and TreeMap simultaneously.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INSTRUCTOR DIRECTORY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Faculty Management System</a:t>
            </a:r>
          </a:p>
        </p:txBody>
      </p:sp>
      <p:pic>
        <p:nvPicPr>
          <p:cNvPr id="4" name="Picture 3" descr="09_admin_fa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👨‍🏫 Faculty Portal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Fulfills Requirement: Specifically fulfills the Problem Statement directive to manage faculty.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Faculty Directory: Displays Faculty ID, Name, Department (CSE/IT), and Email address.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Search Bar: Instant multi-field filtering by ID, Name, Department, or Email.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'+ Add Faculty' Modal: Validates inputs and stores into DataStore.faculties HashMap.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Duplicate ID Check: Rejects duplicate Faculty IDs with explanatory warning dialog.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AUDIT &amp; MONITORING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System-Wide Audit Log &amp; Transactions</a:t>
            </a:r>
          </a:p>
        </p:txBody>
      </p:sp>
      <p:pic>
        <p:nvPicPr>
          <p:cNvPr id="4" name="Picture 3" descr="10_admin_regist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📋 Transaction History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Complete Transaction Log: Tracks Registration ID, Student ID, Student Name, Course, and Date.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Status Badges: Displays green 'REGISTERED' for active enrollments and red 'CANCELLED' for history.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Preserves History: Cancelled enrollments are never hard-deleted; status transitions preserve audit integrity.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Powered by LinkedList: Demonstrates chronological sequential traversal of LinkedList&lt;Registration&gt;.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• Refresh Control: Action button instantly queries latest registrations.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TEAM PROFILE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Team Contributions &amp; Module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👨‍💻 Jaikishan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AUTHENTICATION &amp; STUDENT PORTAL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Key Deliverables: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Student.java &amp; StudentService.java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LoginFrame.java with Enter key support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StudentDashboard &amp; CardLayout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StudentHomePanel metric cards &amp; live sync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Main: Authentication + Navigation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👨‍💻 Omkar</a:t>
            </a:r>
          </a:p>
          <a:p>
            <a:pPr>
              <a:spcBef>
                <a:spcPts val="400"/>
              </a:spcBef>
              <a:defRPr sz="950" b="1">
                <a:solidFill>
                  <a:srgbClr val="16A34A"/>
                </a:solidFill>
              </a:defRPr>
            </a:pPr>
            <a:r>
              <a:t>COURSE MANAGEMENT &amp; SAFE CRUD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Key Deliverables: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Course.java with capacity rules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CourseService.java &amp; array resizing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CoursePanel.java with status badges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AdminCoursePanel.java with Add/Edit forms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Main: Course Service + Safe Deletion Guard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👨‍💻 Sarthak</a:t>
            </a:r>
          </a:p>
          <a:p>
            <a:pPr>
              <a:spcBef>
                <a:spcPts val="400"/>
              </a:spcBef>
              <a:defRPr sz="950" b="1">
                <a:solidFill>
                  <a:srgbClr val="2563EB"/>
                </a:solidFill>
              </a:defRPr>
            </a:pPr>
            <a:r>
              <a:t>REGISTRATION ENGINE &amp; CREDIT CAP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Key Deliverables: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Registration.java &amp; RegistrationService.java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18-Credit Maximum Cap rule enforcement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RegistrationPanel.java with info card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MyCoursesPanel.java with table button editor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Main: Enrollment Engine + Interactive Table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463040"/>
            <a:ext cx="2542032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👨‍💻 Danish</a:t>
            </a:r>
          </a:p>
          <a:p>
            <a:pPr>
              <a:spcBef>
                <a:spcPts val="400"/>
              </a:spcBef>
              <a:defRPr sz="950" b="1">
                <a:solidFill>
                  <a:srgbClr val="16A34A"/>
                </a:solidFill>
              </a:defRPr>
            </a:pPr>
            <a:r>
              <a:t>ADMIN ARCHITECTURE &amp; FACULTY SYSTEM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Key Deliverables: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DataStore.java (Collections Architecture)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Faculty.java &amp; FacultyService.java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AdminFacultyPanel.java directory &amp; modal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AdminDashboard &amp; AdminHomePanel (5 stats)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• Main: DataStore Architecture + Admin &amp; Faculty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PROJECT SUMMARY &amp; CONCLUSION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A Complete, Enterprise-Grade Academic Solution</a:t>
            </a:r>
          </a:p>
          <a:p>
            <a:pPr>
              <a:defRPr sz="1450">
                <a:solidFill>
                  <a:srgbClr val="CBD5E1"/>
                </a:solidFill>
              </a:defRPr>
            </a:pPr>
            <a:r>
              <a:t>• Successfully demonstrates Object-Oriented Programming, Data Structures, and modern GUI design principles.</a:t>
            </a:r>
            <a:br/>
            <a:r>
              <a:t>• Accurately fulfills all 8 Objectives and 10 Steps specified in Mini Project 11 syllabus.</a:t>
            </a:r>
            <a:br/>
            <a:r>
              <a:t>• Features enterprise safeguards: Safe Course Deletion Guard, 18-Credit Maximum Cap, and live cross-panel sync.</a:t>
            </a:r>
            <a:br/>
            <a:br/>
            <a:r>
              <a:t>🔮 Future Scope:</a:t>
            </a:r>
            <a:br/>
            <a:r>
              <a:t>• Persistent SQL Database Integration (MySQL / PostgreSQL via JDBC).</a:t>
            </a:r>
            <a:br/>
            <a:r>
              <a:t>• Automatic Waitlist Processing when enrolled students cancel their seats.</a:t>
            </a:r>
            <a:br/>
            <a:r>
              <a:t>• Automated Student PDF Schedule Generation with iText.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